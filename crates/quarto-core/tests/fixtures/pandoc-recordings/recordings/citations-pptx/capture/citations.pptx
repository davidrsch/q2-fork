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Citations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Narrative citation: @knuth1984 shows literate programming . Several at once 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refs.bib</vt:lpwstr>
  </property>
  <property fmtid="{D5CDD505-2E9C-101B-9397-08002B2CF9AE}" pid="4" name="format">
    <vt:lpwstr>pptx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listing-item">
    <vt:lpwstr/>
  </property>
  <property fmtid="{D5CDD505-2E9C-101B-9397-08002B2CF9AE}" pid="10" name="pagetitle">
    <vt:lpwstr>Citations</vt:lpwstr>
  </property>
  <property fmtid="{D5CDD505-2E9C-101B-9397-08002B2CF9AE}" pid="11" name="quarto">
    <vt:lpwstr/>
  </property>
  <property fmtid="{D5CDD505-2E9C-101B-9397-08002B2CF9AE}" pid="12" name="quarto-template-params">
    <vt:lpwstr/>
  </property>
  <property fmtid="{D5CDD505-2E9C-101B-9397-08002B2CF9AE}" pid="13" name="rendered">
    <vt:lpwstr/>
  </property>
</Properties>
</file>