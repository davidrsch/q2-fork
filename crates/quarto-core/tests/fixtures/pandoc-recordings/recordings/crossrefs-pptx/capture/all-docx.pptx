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Crossref Test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Simple Figure</a:t>
            </a:r>
          </a:p>
        </p:txBody>
      </p:sp>
      <p:pic>
        <p:nvPicPr>
          <p:cNvPr descr="img/thinker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78100" y="1193800"/>
            <a:ext cx="3987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1: Elephant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Figure 1 for an illustration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Simple Crossref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Table 1.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Theorem 1 (Line)</a:t>
                </a:r>
                <a:r>
                  <a:rPr/>
                  <a:t> The equation of any straight line, called a linear equation, can be written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m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b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See Theorem 1.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Crossref Test</dc:title>
  <dc:creator/>
  <cp:keywords/>
  <dcterms:created xsi:type="dcterms:W3CDTF">2023-11-14T22:13:20Z</dcterms:created>
  <dcterms:modified xsi:type="dcterms:W3CDTF">2023-11-14T22:13:20Z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format">
    <vt:lpwstr>pptx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listing-item">
    <vt:lpwstr/>
  </property>
  <property fmtid="{D5CDD505-2E9C-101B-9397-08002B2CF9AE}" pid="9" name="pagetitle">
    <vt:lpwstr>Crossref Test</vt:lpwstr>
  </property>
  <property fmtid="{D5CDD505-2E9C-101B-9397-08002B2CF9AE}" pid="10" name="quarto">
    <vt:lpwstr/>
  </property>
  <property fmtid="{D5CDD505-2E9C-101B-9397-08002B2CF9AE}" pid="11" name="quarto-template-params">
    <vt:lpwstr/>
  </property>
  <property fmtid="{D5CDD505-2E9C-101B-9397-08002B2CF9AE}" pid="12" name="rendered">
    <vt:lpwstr/>
  </property>
</Properties>
</file>