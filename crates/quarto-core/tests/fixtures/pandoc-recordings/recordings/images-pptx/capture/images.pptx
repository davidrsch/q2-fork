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Images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squ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A red square, captioned.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Inline image small in a sentence, and Figure 1.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format">
    <vt:lpwstr>pptx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listing-item">
    <vt:lpwstr/>
  </property>
  <property fmtid="{D5CDD505-2E9C-101B-9397-08002B2CF9AE}" pid="9" name="pagetitle">
    <vt:lpwstr>Images</vt:lpwstr>
  </property>
  <property fmtid="{D5CDD505-2E9C-101B-9397-08002B2CF9AE}" pid="10" name="quarto">
    <vt:lpwstr/>
  </property>
  <property fmtid="{D5CDD505-2E9C-101B-9397-08002B2CF9AE}" pid="11" name="quarto-template-params">
    <vt:lpwstr/>
  </property>
  <property fmtid="{D5CDD505-2E9C-101B-9397-08002B2CF9AE}" pid="12" name="rendered">
    <vt:lpwstr/>
  </property>
</Properties>
</file>