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Tables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12319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See Table 1.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2552700"/>
          <a:ext cx="82296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alpha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first</a:t>
                      </a:r>
                      <a:r>
                        <a:rPr/>
                        <a:t> letter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second</a:t>
                      </a:r>
                      <a:r>
                        <a:rPr/>
                        <a:t> letter, </a:t>
                      </a:r>
                      <a:r>
                        <a:rPr>
                          <a:latin typeface="Courier"/>
                        </a:rPr>
                        <a:t>code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Tables</dc:title>
  <dc:creator/>
  <cp:keywords/>
  <dcterms:created xsi:type="dcterms:W3CDTF">2023-11-14T22:13:20Z</dcterms:created>
  <dcterms:modified xsi:type="dcterms:W3CDTF">2023-11-14T22:13:20Z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format">
    <vt:lpwstr>pptx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listing-item">
    <vt:lpwstr/>
  </property>
  <property fmtid="{D5CDD505-2E9C-101B-9397-08002B2CF9AE}" pid="9" name="pagetitle">
    <vt:lpwstr>Tables</vt:lpwstr>
  </property>
  <property fmtid="{D5CDD505-2E9C-101B-9397-08002B2CF9AE}" pid="10" name="quarto">
    <vt:lpwstr/>
  </property>
  <property fmtid="{D5CDD505-2E9C-101B-9397-08002B2CF9AE}" pid="11" name="quarto-template-params">
    <vt:lpwstr/>
  </property>
  <property fmtid="{D5CDD505-2E9C-101B-9397-08002B2CF9AE}" pid="12" name="rendered">
    <vt:lpwstr/>
  </property>
</Properties>
</file>