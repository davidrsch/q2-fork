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Hello Callout!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 of callouts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/>
              <a:t>Callouts provide a simple way to attract attention, for example, to this warning.</a:t>
            </a:r>
          </a:p>
          <a:p>
            <a:pPr lvl="0" indent="0" marL="1270000">
              <a:buNone/>
            </a:pPr>
            <a:r>
              <a:rPr sz="2000" b="1"/>
              <a:t>This is Important</a:t>
            </a:r>
          </a:p>
          <a:p>
            <a:pPr lvl="0" indent="0" marL="1270000">
              <a:buNone/>
            </a:pPr>
            <a:r>
              <a:rPr sz="2000"/>
              <a:t>Danger, callouts will really improve your writing.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Note that there are five types of callouts, including: </a:t>
            </a:r>
            <a:r>
              <a:rPr sz="2000">
                <a:latin typeface="Courier"/>
              </a:rPr>
              <a:t>note</a:t>
            </a:r>
            <a:r>
              <a:rPr sz="2000"/>
              <a:t>, </a:t>
            </a:r>
            <a:r>
              <a:rPr sz="2000">
                <a:latin typeface="Courier"/>
              </a:rPr>
              <a:t>tip</a:t>
            </a:r>
            <a:r>
              <a:rPr sz="2000"/>
              <a:t>, </a:t>
            </a:r>
            <a:r>
              <a:rPr sz="2000">
                <a:latin typeface="Courier"/>
              </a:rPr>
              <a:t>warning</a:t>
            </a:r>
            <a:r>
              <a:rPr sz="2000"/>
              <a:t>, </a:t>
            </a:r>
            <a:r>
              <a:rPr sz="2000">
                <a:latin typeface="Courier"/>
              </a:rPr>
              <a:t>caution</a:t>
            </a:r>
            <a:r>
              <a:rPr sz="2000"/>
              <a:t>, and </a:t>
            </a:r>
            <a:r>
              <a:rPr sz="2000">
                <a:latin typeface="Courier"/>
              </a:rPr>
              <a:t>important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 b="1"/>
              <a:t>Tip With Caption</a:t>
            </a:r>
          </a:p>
          <a:p>
            <a:pPr lvl="0" indent="0" marL="1270000">
              <a:buNone/>
            </a:pPr>
            <a:r>
              <a:rPr sz="2000"/>
              <a:t>This is an example of a callout with a caption.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Callout with markup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Caption with formatted text, like </a:t>
            </a:r>
            <a:r>
              <a:rPr sz="2000" b="1">
                <a:latin typeface="Courier"/>
              </a:rPr>
              <a:t>function_name()</a:t>
            </a:r>
          </a:p>
          <a:p>
            <a:pPr lvl="0" indent="0" marL="1270000">
              <a:buNone/>
            </a:pPr>
            <a:r>
              <a:rPr sz="2000"/>
              <a:t>This is an example of a callout with a caption containing special formatting and characters.</a:t>
            </a:r>
          </a:p>
          <a:p>
            <a:pPr lvl="0" indent="0" marL="1270000">
              <a:buNone/>
            </a:pPr>
            <a:r>
              <a:rPr sz="2000" b="1"/>
              <a:t>Expand To Learn About Collapse</a:t>
            </a:r>
          </a:p>
          <a:p>
            <a:pPr lvl="0" indent="0" marL="1270000">
              <a:buNone/>
            </a:pPr>
            <a:r>
              <a:rPr sz="2000"/>
              <a:t>This is an example of a ‘collapsed’ caution callout that can be expanded by the user. You can use </a:t>
            </a:r>
            <a:r>
              <a:rPr sz="2000">
                <a:latin typeface="Courier"/>
              </a:rPr>
              <a:t>collapse="true"</a:t>
            </a:r>
            <a:r>
              <a:rPr sz="2000"/>
              <a:t> to collapse it by default or </a:t>
            </a:r>
            <a:r>
              <a:rPr sz="2000">
                <a:latin typeface="Courier"/>
              </a:rPr>
              <a:t>collapse="false"</a:t>
            </a:r>
            <a:r>
              <a:rPr sz="2000"/>
              <a:t> to make a collapsible callout that is expanded by default.</a:t>
            </a:r>
          </a:p>
          <a:p>
            <a:pPr lvl="0" indent="0" marL="1270000">
              <a:buNone/>
            </a:pPr>
            <a:r>
              <a:rPr sz="2000" b="1"/>
              <a:t>Exercise</a:t>
            </a:r>
          </a:p>
          <a:p>
            <a:pPr lvl="0" indent="0" marL="1270000">
              <a:buNone/>
            </a:pPr>
            <a:r>
              <a:rPr sz="2000"/>
              <a:t>You can also use a plain </a:t>
            </a:r>
            <a:r>
              <a:rPr sz="2000">
                <a:latin typeface="Courier"/>
              </a:rPr>
              <a:t>callout</a:t>
            </a:r>
            <a:r>
              <a:rPr sz="2000"/>
              <a:t> class to get a simple callout treatment.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Callout Appearance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Caution</a:t>
            </a:r>
          </a:p>
          <a:p>
            <a:pPr lvl="0" indent="0" marL="1270000">
              <a:buNone/>
            </a:pPr>
            <a:r>
              <a:rPr sz="2000"/>
              <a:t>A simple callout with no title</a:t>
            </a:r>
          </a:p>
          <a:p>
            <a:pPr lvl="0" indent="0" marL="1270000">
              <a:buNone/>
            </a:pPr>
            <a:r>
              <a:rPr sz="2000" b="1"/>
              <a:t>Caution</a:t>
            </a:r>
          </a:p>
          <a:p>
            <a:pPr lvl="0" indent="0" marL="1270000">
              <a:buNone/>
            </a:pPr>
            <a:r>
              <a:rPr sz="2000"/>
              <a:t>A default callout with no title</a:t>
            </a:r>
          </a:p>
          <a:p>
            <a:pPr lvl="0" indent="0" marL="1270000">
              <a:buNone/>
            </a:pPr>
            <a:r>
              <a:rPr sz="2000" b="1"/>
              <a:t>Caution</a:t>
            </a:r>
          </a:p>
          <a:p>
            <a:pPr lvl="0" indent="0" marL="1270000">
              <a:buNone/>
            </a:pPr>
            <a:r>
              <a:rPr sz="2000"/>
              <a:t>A default callout with no title or icon</a:t>
            </a:r>
          </a:p>
          <a:p>
            <a:pPr lvl="0" indent="0" marL="1270000">
              <a:buNone/>
            </a:pPr>
            <a:r>
              <a:rPr sz="2000" b="1"/>
              <a:t>Caution</a:t>
            </a:r>
          </a:p>
          <a:p>
            <a:pPr lvl="0" indent="0" marL="1270000">
              <a:buNone/>
            </a:pPr>
            <a:r>
              <a:rPr sz="2000"/>
              <a:t>A simple callout with no title or icon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Minimal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Caution</a:t>
            </a:r>
          </a:p>
          <a:p>
            <a:pPr lvl="0" indent="0" marL="1270000">
              <a:buNone/>
            </a:pPr>
            <a:r>
              <a:rPr sz="2000"/>
              <a:t>A minimal callout with no title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Callout!</dc:title>
  <dc:creator/>
  <cp:keywords/>
  <dcterms:created xsi:type="dcterms:W3CDTF">2023-11-14T22:13:20Z</dcterms:created>
  <dcterms:modified xsi:type="dcterms:W3CDTF">2023-11-14T22:13:20Z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format">
    <vt:lpwstr>pptx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listing-item">
    <vt:lpwstr/>
  </property>
  <property fmtid="{D5CDD505-2E9C-101B-9397-08002B2CF9AE}" pid="9" name="pagetitle">
    <vt:lpwstr>Hello Callout!</vt:lpwstr>
  </property>
  <property fmtid="{D5CDD505-2E9C-101B-9397-08002B2CF9AE}" pid="10" name="quarto">
    <vt:lpwstr/>
  </property>
  <property fmtid="{D5CDD505-2E9C-101B-9397-08002B2CF9AE}" pid="11" name="quarto-template-params">
    <vt:lpwstr/>
  </property>
  <property fmtid="{D5CDD505-2E9C-101B-9397-08002B2CF9AE}" pid="12" name="rendered">
    <vt:lpwstr/>
  </property>
</Properties>
</file>